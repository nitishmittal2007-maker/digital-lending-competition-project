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Industry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Dataset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Risk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Acquisition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Product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Warning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Early Warning Signals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Leadership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Projected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 for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